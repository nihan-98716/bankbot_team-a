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web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web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4430" y="1931670"/>
            <a:ext cx="5262245" cy="3352800"/>
          </a:xfrm>
        </p:spPr>
        <p:txBody>
          <a:bodyPr>
            <a:normAutofit/>
          </a:bodyPr>
          <a:p>
            <a:r>
              <a:rPr lang="en-IN" altLang="en-GB" sz="60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Introduction to</a:t>
            </a:r>
            <a:r>
              <a:rPr lang="en-IN" altLang="en-GB" sz="6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altLang="en-GB" sz="6000">
                <a:latin typeface="Arial Black" panose="020B0A04020102020204" charset="0"/>
                <a:cs typeface="Arial Black" panose="020B0A04020102020204" charset="0"/>
              </a:rPr>
              <a:t>STREAMLIT</a:t>
            </a:r>
            <a:br>
              <a:rPr lang="en-IN" altLang="en-GB">
                <a:latin typeface="Arial Black" panose="020B0A04020102020204" charset="0"/>
                <a:cs typeface="Arial Black" panose="020B0A04020102020204" charset="0"/>
              </a:rPr>
            </a:br>
            <a:br>
              <a:rPr lang="en-IN" altLang="en-GB">
                <a:latin typeface="Arial Black" panose="020B0A04020102020204" charset="0"/>
                <a:cs typeface="Arial Black" panose="020B0A04020102020204" charset="0"/>
              </a:rPr>
            </a:br>
            <a:r>
              <a:rPr lang="en-IN" altLang="en-GB" sz="2400">
                <a:latin typeface="Arial Black" panose="020B0A04020102020204" charset="0"/>
                <a:cs typeface="Arial Black" panose="020B0A04020102020204" charset="0"/>
              </a:rPr>
              <a:t>R S HARIPRASAD</a:t>
            </a:r>
            <a:endParaRPr lang="en-IN" altLang="en-GB" sz="2400">
              <a:latin typeface="Arial Black" panose="020B0A04020102020204" charset="0"/>
              <a:cs typeface="Arial Black" panose="020B0A040201020202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287655" y="88900"/>
            <a:ext cx="5946775" cy="31705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72465"/>
            <a:ext cx="10972800" cy="582613"/>
          </a:xfrm>
        </p:spPr>
        <p:txBody>
          <a:bodyPr/>
          <a:p>
            <a:r>
              <a:rPr lang="en-IN" altLang="en-GB">
                <a:solidFill>
                  <a:srgbClr val="FF0000"/>
                </a:solidFill>
              </a:rPr>
              <a:t>What is Streamlit?</a:t>
            </a:r>
            <a:endParaRPr lang="en-IN" altLang="en-GB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34235"/>
            <a:ext cx="5257165" cy="3406140"/>
          </a:xfrm>
        </p:spPr>
        <p:txBody>
          <a:bodyPr/>
          <a:p>
            <a:pPr marL="0" indent="0" algn="just">
              <a:buNone/>
            </a:pPr>
            <a:r>
              <a:rPr lang="en-US" altLang="en-GB" sz="2400"/>
              <a:t>Streamlit is an open-source Python library used for building and sharing custom web apps for machine learning and data science entirely in Python, without requiring frontend development skills like HTML, CSS, or JavaScript</a:t>
            </a:r>
            <a:r>
              <a:rPr lang="en-IN" altLang="en-US" sz="2400"/>
              <a:t>.</a:t>
            </a:r>
            <a:endParaRPr lang="en-IN" altLang="en-US" sz="2400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6510655" y="1541145"/>
            <a:ext cx="5334000" cy="35674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12420"/>
            <a:ext cx="10972800" cy="582613"/>
          </a:xfrm>
        </p:spPr>
        <p:txBody>
          <a:bodyPr/>
          <a:p>
            <a:r>
              <a:rPr lang="en-US" altLang="en-GB">
                <a:solidFill>
                  <a:srgbClr val="FF0000"/>
                </a:solidFill>
              </a:rPr>
              <a:t>Why Streamlit Is Needed for This Project</a:t>
            </a:r>
            <a:endParaRPr lang="en-US" altLang="en-GB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115"/>
            <a:ext cx="10972800" cy="4953635"/>
          </a:xfrm>
        </p:spPr>
        <p:txBody>
          <a:bodyPr/>
          <a:p>
            <a:pPr marL="0" indent="0">
              <a:buNone/>
            </a:pPr>
            <a:r>
              <a:rPr lang="en-US" altLang="en-GB" sz="2000"/>
              <a:t>Streamlit is used in AI chatbot projects because it helps </a:t>
            </a:r>
            <a:r>
              <a:rPr lang="en-IN" altLang="en-US" sz="2000"/>
              <a:t>us for</a:t>
            </a:r>
            <a:r>
              <a:rPr lang="en-US" altLang="en-GB" sz="2000"/>
              <a:t> quickly build a clean, interactive web interface without needing complex frontend coding. For </a:t>
            </a:r>
            <a:r>
              <a:rPr lang="en-IN" altLang="en-US" sz="2000"/>
              <a:t>our</a:t>
            </a:r>
            <a:r>
              <a:rPr lang="en-US" altLang="en-GB" sz="2000"/>
              <a:t> project</a:t>
            </a:r>
            <a:r>
              <a:rPr lang="en-IN" altLang="en-US" sz="2000"/>
              <a:t> </a:t>
            </a:r>
            <a:r>
              <a:rPr lang="en-US" altLang="en-GB" sz="2000"/>
              <a:t>BankBot – AI Chatbot for Banking FAQs, Streamlit makes development fast, simple, and user-friendly.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/>
              <a:t>Simple UI Creation: Streamlit makes it easy to build a chatbot interface without using HTML, CSS, or JavaScript.</a:t>
            </a:r>
            <a:endParaRPr lang="en-US" altLang="en-GB" sz="2000"/>
          </a:p>
          <a:p>
            <a:r>
              <a:rPr lang="en-US" altLang="en-GB" sz="2000"/>
              <a:t>Fast Prototyping: You can quickly create and test your chatbot with minimal code, ideal for student projects.</a:t>
            </a:r>
            <a:endParaRPr lang="en-US" altLang="en-GB" sz="2000"/>
          </a:p>
          <a:p>
            <a:r>
              <a:rPr lang="en-US" altLang="en-GB" sz="2000"/>
              <a:t>Easy Integration: It connects smoothly with Python NLP models, APIs, and ML scripts used in BankBot.</a:t>
            </a:r>
            <a:endParaRPr lang="en-US" altLang="en-GB" sz="2000"/>
          </a:p>
          <a:p>
            <a:r>
              <a:rPr lang="en-US" altLang="en-GB" sz="2000"/>
              <a:t>Real-Time Interaction: Streamlit handles instant user input and displays chatbot responses immediately.</a:t>
            </a:r>
            <a:endParaRPr lang="en-US" altLang="en-GB" sz="2000"/>
          </a:p>
          <a:p>
            <a:r>
              <a:rPr lang="en-US" altLang="en-GB" sz="2000"/>
              <a:t>Clean and Professional Look: It automatically provides a neat chat-style interface suitable for demonstrations.</a:t>
            </a:r>
            <a:endParaRPr lang="en-US" altLang="en-GB" sz="2000"/>
          </a:p>
          <a:p>
            <a:r>
              <a:rPr lang="en-US" altLang="en-GB" sz="2000"/>
              <a:t>Easy Deployment: You can deploy the chatbot easily using Streamlit Cloud or simple hosting platforms.</a:t>
            </a:r>
            <a:endParaRPr lang="en-US" altLang="en-GB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4660"/>
            <a:ext cx="10972800" cy="582613"/>
          </a:xfrm>
        </p:spPr>
        <p:txBody>
          <a:bodyPr/>
          <a:p>
            <a:r>
              <a:rPr lang="en-IN" altLang="en-GB"/>
              <a:t>Streamlit Installation</a:t>
            </a:r>
            <a:endParaRPr lang="en-IN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85950"/>
            <a:ext cx="10972800" cy="4241800"/>
          </a:xfrm>
        </p:spPr>
        <p:txBody>
          <a:bodyPr/>
          <a:p>
            <a:r>
              <a:rPr lang="en-US" altLang="en-GB"/>
              <a:t>To install Streamlit, open a terminal or command prompt and run the command </a:t>
            </a:r>
            <a:r>
              <a:rPr lang="en-US" altLang="en-GB">
                <a:solidFill>
                  <a:srgbClr val="FF0000"/>
                </a:solidFill>
              </a:rPr>
              <a:t>pip install streamlit</a:t>
            </a:r>
            <a:endParaRPr lang="en-US" altLang="en-GB"/>
          </a:p>
          <a:p>
            <a:endParaRPr lang="en-US" altLang="en-GB"/>
          </a:p>
          <a:p>
            <a:endParaRPr lang="en-US" altLang="en-GB"/>
          </a:p>
          <a:p>
            <a:r>
              <a:rPr lang="en-US" altLang="en-GB"/>
              <a:t>After the installation completes, </a:t>
            </a:r>
            <a:r>
              <a:rPr lang="en-IN" altLang="en-US"/>
              <a:t>we</a:t>
            </a:r>
            <a:r>
              <a:rPr lang="en-US" altLang="en-GB"/>
              <a:t> can test it by running </a:t>
            </a:r>
            <a:r>
              <a:rPr lang="en-US" altLang="en-GB">
                <a:solidFill>
                  <a:srgbClr val="FF0000"/>
                </a:solidFill>
              </a:rPr>
              <a:t>streamlit hello</a:t>
            </a:r>
            <a:r>
              <a:rPr lang="en-US" altLang="en-GB"/>
              <a:t> which will launch a demo app in your web browser. 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24840"/>
            <a:ext cx="10972800" cy="582613"/>
          </a:xfrm>
        </p:spPr>
        <p:txBody>
          <a:bodyPr/>
          <a:p>
            <a:r>
              <a:rPr lang="en-IN" altLang="en-GB"/>
              <a:t>Creating of Basic Streamlit app</a:t>
            </a:r>
            <a:endParaRPr lang="en-IN" alt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930" y="1682750"/>
            <a:ext cx="5379085" cy="37344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6550" y="1314450"/>
            <a:ext cx="4235450" cy="55429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580" y="237490"/>
            <a:ext cx="9514840" cy="62776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8710" y="1590675"/>
            <a:ext cx="5343525" cy="3676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85" y="2105025"/>
            <a:ext cx="2367915" cy="22434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4315" y="1680210"/>
            <a:ext cx="3872230" cy="32086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1504</Words>
  <Application>WPS Presentation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Arial Black</vt:lpstr>
      <vt:lpstr>Times New Roman</vt:lpstr>
      <vt:lpstr>Gear Drives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susre</dc:creator>
  <cp:lastModifiedBy>Sree Ram</cp:lastModifiedBy>
  <cp:revision>3</cp:revision>
  <dcterms:created xsi:type="dcterms:W3CDTF">2025-07-23T00:59:00Z</dcterms:created>
  <dcterms:modified xsi:type="dcterms:W3CDTF">2025-11-21T15:03:46Z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1DFEDD54E9D3482AA6B7A5E36A4EEC2F_11</vt:lpwstr>
  </property>
  <property fmtid="{D5CDD505-2E9C-101B-9397-08002B2CF9AE}" pid="3" name="KSOProductBuildVer">
    <vt:lpwstr>2057-12.2.0.23155</vt:lpwstr>
  </property>
</Properties>
</file>